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AutoScript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基于大语言模型的 Ubuntu 自主任务执行智能体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自然语言驱动 Linux 运维  ·  多层安全检查  ·  自主决策执行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3840480" cy="21031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926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35 组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班级：23108011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课程：Linux 系统管理与 Shell 编程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709160" y="2651760"/>
            <a:ext cx="3840480" cy="21031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小组成员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31546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杨  干    2310801124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  亮    2310801104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吴俊宏    2310801118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李明松    201760130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项目需求与目标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10972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868680"/>
            <a:ext cx="7955280" cy="5029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914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谁在使用？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65960" y="978408"/>
            <a:ext cx="1371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9784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服务器管理员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978408"/>
            <a:ext cx="1371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9784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树莓派/边缘设备开发者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74920" y="978408"/>
            <a:ext cx="1371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9784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小型网站维护人员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978408"/>
            <a:ext cx="1371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9784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运维新手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1554480"/>
            <a:ext cx="384048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现有痛点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0116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命令记忆负担重 — grep/awk/sed 等参数组合繁多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重复任务耗时 — 多服务器需手动逐台执行命令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安全风险难控 — rm -rf / 等误操作后果灾难性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脚本编写门槛高 — 需一定 Shell/Python 编程能力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系统异常难发现 — 缺乏定时自动巡检机制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554480"/>
            <a:ext cx="3840480" cy="32918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项目目标（具体可验证）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0116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自然语言驱动的文件操作（创建/读取/移动/删除）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安全的 Shell 命令执行 + 多层安全策略检查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自动检测拦截危险操作（20+ 条规则）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多轮对话记忆，上下文理解与代词指代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执行失败自动重试（最多3次）+ LLM自我修正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 LangChain 框架，标准化 Tool Calling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定时系统巡检（CPU/内存/磁盘/僵尸进程）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10972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四层架构 · 八大模块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79552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97280"/>
            <a:ext cx="54864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43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用户交互层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081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agent_cli.py 交互终端  |  patrol_task.py 定时巡检  |  tests/ 测试套件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79552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874520"/>
            <a:ext cx="54864" cy="6583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智能体核心层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1854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(LangChainAgent)  |  chat_model.py (ChatQwen)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651760"/>
            <a:ext cx="79552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51760"/>
            <a:ext cx="54864" cy="6583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工具执行层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9626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tools.py (6个LangChain工具)  |  safety_checker.py  |  script_executor.py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429000"/>
            <a:ext cx="79552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42900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7398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 API (qwen3.7-max)  |  LangChain 框架  |  sandbox_workspace/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17830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142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chat_model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AI对话模型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4114800"/>
            <a:ext cx="17830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4142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智能体核心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43400" y="4114800"/>
            <a:ext cx="17830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4142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工具集(6个)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4114800"/>
            <a:ext cx="17830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142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safety_checker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安全检查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4690872"/>
            <a:ext cx="17830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71830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script_executor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脚本执行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68880" y="4690872"/>
            <a:ext cx="17830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2560320" y="471830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qwen_chat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流式对话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43400" y="4690872"/>
            <a:ext cx="17830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4434840" y="471830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agent_cli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交互终端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4690872"/>
            <a:ext cx="17830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471830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patrol_task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定时巡检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技术使用情况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10972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项目共使用 8+ 种课程相关技术，远超最低要求的 4 种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88720"/>
          <a:ext cx="7955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3931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使用位置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script_executor.py / tools.py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自动化执行 Shell 命令和脚本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全部模块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核心开发语言，实现智能体框架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 / 正则(re)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safety_checker.py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过滤匹配危险命令模式（20+条规则）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 静态分析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safety_checker.py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语法树分析，检测 eval/subprocess 等危险调用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script_executor.py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安全执行脚本，捕获 stdout/stderr，超时控制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crontab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patrol_task.py + 系统 crontab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定时触发系统巡检，实现自动化运维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项目版本管理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次 commit 管理全流程开发迭代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agent.py / chat_model.py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 框架，Tool Calling + 消息管理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206240"/>
            <a:ext cx="7955280" cy="5943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4297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课程关联：Bash 自动化 · 正则文本处理 · 进程管理(subprocess) · 定时任务(crontab) · 版本管理(Git) · 系统巡检(CPU/内存/磁盘)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核心功能展示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10972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个 LangChain 工具 · 自然语言驱动 · 自主决策执行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261872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51560"/>
            <a:ext cx="126187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14300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write_file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5087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创建/覆盖文件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支持任意路径写入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56232" y="1051560"/>
            <a:ext cx="1261872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56232" y="1051560"/>
            <a:ext cx="1261872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929384" y="114300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read_file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9384" y="15087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读取文件内容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敏感路径告警但不拦截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9544" y="1051560"/>
            <a:ext cx="1261872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9544" y="1051560"/>
            <a:ext cx="1261872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3282696" y="114300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list_files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82696" y="15087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列出工作区文件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查看目录结构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286000"/>
            <a:ext cx="1261872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286000"/>
            <a:ext cx="1261872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23774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move_file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" y="27432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移动/重命名文件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跨目录整理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56232" y="2286000"/>
            <a:ext cx="1261872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56232" y="2286000"/>
            <a:ext cx="1261872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1929384" y="23774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delete_file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9384" y="27432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删除指定文件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关键路径保护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9544" y="2286000"/>
            <a:ext cx="1261872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9544" y="2286000"/>
            <a:ext cx="1261872" cy="36576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28" name="Text 26"/>
          <p:cNvSpPr/>
          <p:nvPr/>
        </p:nvSpPr>
        <p:spPr>
          <a:xfrm>
            <a:off x="3282696" y="23774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execute_shell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82696" y="27432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 Shell 命令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规则安全检查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17720" y="1051560"/>
            <a:ext cx="4069080" cy="24231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1115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典型使用场景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14630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用户输入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9204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帮我在 /home/yg 下创建一个 hello.py 写入打印Hello的代码并执行它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92040" y="1938528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 执行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92040" y="2075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调用 write_file → 写入代码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调用 execute_shell → 运行脚本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返回执行结果给用户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92040" y="2414016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用户输入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92040" y="2551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检查系统磁盘使用情况，如果 /dev/sda1 超过 80% 就列出 /var/log 下最大的 5 个文件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92040" y="288950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 执行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92040" y="3026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执行 df -h 获取磁盘信息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分析使用率 → 判断是否 &gt; 80%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执行 du -sh /var/log/* | sort -rh | head -5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汇总结果报告给用户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" y="3611880"/>
            <a:ext cx="81381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7240" y="3675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能力一览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77240" y="4005072"/>
            <a:ext cx="1783080" cy="71323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3" name="Text 41"/>
          <p:cNvSpPr/>
          <p:nvPr/>
        </p:nvSpPr>
        <p:spPr>
          <a:xfrm>
            <a:off x="886968" y="4041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文件管理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86968" y="426110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· 读取 · 移动 · 删除 · 批量整理分类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0" y="4005072"/>
            <a:ext cx="1783080" cy="71323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6" name="Text 44"/>
          <p:cNvSpPr/>
          <p:nvPr/>
        </p:nvSpPr>
        <p:spPr>
          <a:xfrm>
            <a:off x="2852928" y="4041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执行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52928" y="426110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系统命令 · 脚本运行 · 管道组合 · 输出捕获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09160" y="4005072"/>
            <a:ext cx="1783080" cy="71323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9" name="Text 47"/>
          <p:cNvSpPr/>
          <p:nvPr/>
        </p:nvSpPr>
        <p:spPr>
          <a:xfrm>
            <a:off x="4818888" y="4041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系统巡检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18888" y="426110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CPU/内存/磁盘监控 · 僵尸进程检测 · crontab 定时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675120" y="4005072"/>
            <a:ext cx="1783080" cy="71323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2" name="Text 50"/>
          <p:cNvSpPr/>
          <p:nvPr/>
        </p:nvSpPr>
        <p:spPr>
          <a:xfrm>
            <a:off x="6784848" y="4041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智能交互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84848" y="426110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 · 上下文记忆 · 失败重试 · 自我修正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安全防护体系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10972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五层防护 · 全局文件系统可访问 · 系统/用户关键路径保护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554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系统路径保护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14个路径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write/delete/move 拒绝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84832" y="1051560"/>
            <a:ext cx="1554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051560"/>
            <a:ext cx="155448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用户安全保护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76272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~/.ssh ~/.bashrc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~/.gnupg ~/.profile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803904" y="1051560"/>
            <a:ext cx="1554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03904" y="1051560"/>
            <a:ext cx="15544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344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敏感读取告警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95344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/etc/shadow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~/.ssh/id_rsa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522976" y="1051560"/>
            <a:ext cx="1554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22976" y="1051560"/>
            <a:ext cx="15544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614416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Shell命令检查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14416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regex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-rf / 等拦截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242048" y="1051560"/>
            <a:ext cx="1554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42048" y="1051560"/>
            <a:ext cx="155448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7333488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33488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eval() os.system()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subprocess检测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4360" y="210312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路径级安全保护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25146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写操作 (write/delete/move)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系统路径 /etc /boot /bin /sys /proc /dev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用户安全 ~/.ssh ~/.gnupg ~/.bashrc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普通路径 /home /tmp /var/www /opt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读操作 (read_file)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敏感文件 /etc/shadow ~/.ssh/id_rsa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普通文件 无限制自由读取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10312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8348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命令级安全保护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25146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正则检测 (20+ 条规则)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-rf /  ·  mkfs ·  dd if=/dev/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curl|sh  ·  wget|sh  ·  nc 反弹shell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炸弹  ·  systemctl stop ssh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 ·  chmod 777 /  ·  chown -R /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AST 静态分析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eval() exec() compile() 动态执行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os.system() subprocess.run() 危险参数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测试与验证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10972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个测试套件 · 覆盖功能/异常/边界/安全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874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16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功能测试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536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全部通过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文件CRUD · 系统信息 · 多轮对话 · 文件分类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1143000"/>
            <a:ext cx="1874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88920" y="1216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异常测试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8892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1536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全部通过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88920" y="19202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文件不存在 · 权限不足 · 网络断开 · 语法错误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9160" y="1143000"/>
            <a:ext cx="1874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216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边界测试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4项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15000" y="1536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全部通过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3s超时控制 · 空文件 · 10MB截断 · 中文路径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66560" y="1143000"/>
            <a:ext cx="1874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1216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安全测试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10+项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72400" y="1536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全部拦截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03720" y="19202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Shell危险命令 · 路径保护 · AST分析 · 用户敏感路径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4360" y="3108960"/>
            <a:ext cx="7955280" cy="1691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 Bug 修复案例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" y="3566160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放开后安全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63240" y="3566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check_file_path：14 系统路径 + 4 用户安全路径，读写分级检查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68680" y="3950208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超时死循环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63240" y="39502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退避重试(2s→4s→8s) + 超时错误不污染对话历史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68680" y="4334256"/>
            <a:ext cx="5486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1051560" y="4334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工作区路径漂移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63240" y="43342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ScriptExecutor 改用 __file__ 相对路径，替代 os.getcwd()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开发过程与版本迭代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10972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次 Git Commit · 从原型到完整 Agent 系统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795528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20700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Qwen对话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流式输出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120700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17190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核心模块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文件操作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20700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17190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LangChain重构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6个Tools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20700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17190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流式美化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终端输出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18120" y="120700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17190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Bug修复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测试完善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31720"/>
          <a:ext cx="7955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1148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完成内容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关键突破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v0.1.x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大模型对话 + SSE 流式输出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DashScope API 适配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v0.2.x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核心模块：写文件/移动文件/执行文件 + 测试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模块化解耦设计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v0.3.x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重构 + 6个Tools + SafetyChecker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+ Tool Calling 架构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v0.4.x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流式美化 + 错误重试退避 + Bug 修复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智能重试 + 路径一致性修复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94360" y="4251960"/>
            <a:ext cx="7955280" cy="5486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68680" y="432511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统计：16 commits  ·  30+ Python 文件  ·  约 2,255 行代码  ·  功能分支开发模式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小组分工与总结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10972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第35组 · 各成员实际贡献明确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9728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负责内容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完成情况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杨  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核心模块开发 · LangChain框架集成 · 安全模块设计 · CLI终端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全部完成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何  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ChatModel实现 · DashScope API适配 · 流式输出模块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全部完成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吴俊宏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测试套件编写 · 异常/边界测试 · 自动化验证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全部完成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李明松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文档撰写 · 项目报告 · PPT制作 · 答辩准备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全部完成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097280"/>
            <a:ext cx="2651760" cy="17830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项目成果总结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5087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个功能模块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个 LangChain 工具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条安全规则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套测试，25+用例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次 Git Commit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" y="3108960"/>
            <a:ext cx="7955280" cy="1691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收获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34564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Linux进程管理 · Shell脚本安全执行 · 正则表达式应用 · AST静态分析 · crontab自动化 · Git协作 · AI Agent开发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3822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不足与改进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40782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沙箱隔离可引入 Docker 容器化 · 安全规则可补充白名单机制 · 工具调用可支持并行执行 · 后续增加 Web 管理界面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AutoScript Agent 答辩演示</dc:title>
  <dc:subject>PptxGenJS Presentation</dc:subject>
  <dc:creator>第35组</dc:creator>
  <cp:lastModifiedBy>第35组</cp:lastModifiedBy>
  <cp:revision>1</cp:revision>
  <dcterms:created xsi:type="dcterms:W3CDTF">2026-06-14T13:47:33Z</dcterms:created>
  <dcterms:modified xsi:type="dcterms:W3CDTF">2026-06-14T13:47:33Z</dcterms:modified>
</cp:coreProperties>
</file>