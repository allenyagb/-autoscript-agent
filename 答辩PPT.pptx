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1945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AutoScript Agent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基于大语言模型的 Ubuntu 自主任务执行智能体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自然语言驱动 Linux 运维  ·  多层安全检查  ·  自主决策执行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2651760"/>
            <a:ext cx="3840480" cy="210312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926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35 组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班级：23108011</a:t>
            </a:r>
            <a:endParaRPr lang="en-US" sz="2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课程：Linux 系统管理与 Shell 编程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709160" y="2651760"/>
            <a:ext cx="3840480" cy="210312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小组成员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0" y="315468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杨  干    2310801124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  亮    2310801104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吴俊宏    2310801118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李明松    201760130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项目需求与目标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731520"/>
            <a:ext cx="109728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868680"/>
            <a:ext cx="7955280" cy="502920"/>
          </a:xfrm>
          <a:prstGeom prst="rect">
            <a:avLst/>
          </a:prstGeom>
          <a:solidFill>
            <a:srgbClr val="F0FD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9144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谁在使用？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65960" y="978408"/>
            <a:ext cx="137160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965960" y="97840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服务器管理员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20440" y="978408"/>
            <a:ext cx="137160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97840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树莓派/边缘设备开发者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74920" y="978408"/>
            <a:ext cx="137160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97840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小型网站维护人员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629400" y="978408"/>
            <a:ext cx="137160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0" y="97840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运维新手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" y="1554480"/>
            <a:ext cx="3840480" cy="329184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1645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现有痛点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2011680"/>
            <a:ext cx="32918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命令记忆负担重 — grep/awk/sed 等参数组合繁多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重复任务耗时 — 多服务器需手动逐台执行命令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安全风险难控 — rm -rf / 等误操作后果灾难性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脚本编写门槛高 — 需一定 Shell/Python 编程能力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系统异常难发现 — 缺乏定时自动巡检机制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1554480"/>
            <a:ext cx="3840480" cy="3291840"/>
          </a:xfrm>
          <a:prstGeom prst="rect">
            <a:avLst/>
          </a:prstGeom>
          <a:solidFill>
            <a:srgbClr val="F0FD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83480" y="1645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项目目标（具体可验证）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83480" y="2011680"/>
            <a:ext cx="32918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自然语言驱动的文件操作（创建/读取/移动/删除）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安全的 Shell 命令执行 + 多层安全策略检查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自动检测拦截危险操作（20+ 条规则）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多轮对话记忆，上下文理解与代词指代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执行失败自动重试（最多3次）+ LLM自我修正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集成 LangChain 框架，标准化 Tool Calling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定时系统巡检（CPU/内存/磁盘/僵尸进程）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系统设计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731520"/>
            <a:ext cx="109728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四层架构 · 八大模块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097280"/>
            <a:ext cx="795528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097280"/>
            <a:ext cx="54864" cy="65836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143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用户交互层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40817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agent_cli.py 交互终端  |  patrol_task.py 定时巡检  |  tests/ 测试套件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795528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4360" y="1874520"/>
            <a:ext cx="54864" cy="65836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1920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智能体核心层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218541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agent.py (LangChainAgent)  |  chat_model.py (ChatQwen)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" y="2651760"/>
            <a:ext cx="795528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4360" y="2651760"/>
            <a:ext cx="54864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工具执行层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296265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tools.py (6个LangChain工具)  |  safety_checker.py  |  script_executor.py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4360" y="3429000"/>
            <a:ext cx="795528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4360" y="3429000"/>
            <a:ext cx="54864" cy="65836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4747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基础设施层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37398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DashScope API (qwen3.7-max)  |  LangChain 框架  |  sandbox_workspace/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" y="4114800"/>
            <a:ext cx="1783080" cy="43891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14223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chat_model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AI对话模型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468880" y="4114800"/>
            <a:ext cx="1783080" cy="43891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5" name="Text 23"/>
          <p:cNvSpPr/>
          <p:nvPr/>
        </p:nvSpPr>
        <p:spPr>
          <a:xfrm>
            <a:off x="2560320" y="414223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智能体核心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43400" y="4114800"/>
            <a:ext cx="1783080" cy="43891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7" name="Text 25"/>
          <p:cNvSpPr/>
          <p:nvPr/>
        </p:nvSpPr>
        <p:spPr>
          <a:xfrm>
            <a:off x="4434840" y="414223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工具集(6个)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4114800"/>
            <a:ext cx="1783080" cy="43891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6309360" y="414223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safety_checker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安全检查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4360" y="4690872"/>
            <a:ext cx="1783080" cy="43891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4718304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script_executor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脚本执行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468880" y="4690872"/>
            <a:ext cx="1783080" cy="43891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3" name="Text 31"/>
          <p:cNvSpPr/>
          <p:nvPr/>
        </p:nvSpPr>
        <p:spPr>
          <a:xfrm>
            <a:off x="2560320" y="4718304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qwen_chat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流式对话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343400" y="4690872"/>
            <a:ext cx="1783080" cy="43891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5" name="Text 33"/>
          <p:cNvSpPr/>
          <p:nvPr/>
        </p:nvSpPr>
        <p:spPr>
          <a:xfrm>
            <a:off x="4434840" y="4718304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agent_cli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交互终端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17920" y="4690872"/>
            <a:ext cx="1783080" cy="43891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7" name="Text 35"/>
          <p:cNvSpPr/>
          <p:nvPr/>
        </p:nvSpPr>
        <p:spPr>
          <a:xfrm>
            <a:off x="6309360" y="4718304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patrol_task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定时巡检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Linux 技术使用情况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731520"/>
            <a:ext cx="109728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项目共使用 8+ 种课程相关技术，远超最低要求的 4 种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188720"/>
          <a:ext cx="79552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3931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使用位置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作用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script_executor.py / tools.py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自动化执行 Shell 命令和脚本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全部模块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核心开发语言，实现智能体框架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grep / 正则(re)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safety_checker.py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过滤匹配危险命令模式（20+条规则）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AST 静态分析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safety_checker.py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语法树分析，检测 eval/subprocess 等危险调用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subprocess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script_executor.py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安全执行脚本，捕获 stdout/stderr，超时控制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crontab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patrol_task.py + 系统 crontab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定时触发系统巡检，实现自动化运维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项目版本管理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次 commit 管理全流程开发迭代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agent.py / chat_model.py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Agent 框架，Tool Calling + 消息管理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206240"/>
            <a:ext cx="7955280" cy="594360"/>
          </a:xfrm>
          <a:prstGeom prst="rect">
            <a:avLst/>
          </a:prstGeom>
          <a:solidFill>
            <a:srgbClr val="F0FD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297680"/>
            <a:ext cx="7406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课程关联：Bash 自动化 · 正则文本处理 · 进程管理(subprocess) · 定时任务(crontab) · 版本管理(Git) · 系统巡检(CPU/内存/磁盘)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核心功能展示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731520"/>
            <a:ext cx="109728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两大核心能力：自然语言文件操作 · 安全Shell命令执行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188720"/>
            <a:ext cx="384048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188720"/>
            <a:ext cx="384048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371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功能一：自然语言文件操作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78308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用户输入自然语言 → Agent 自主调用工具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write_file — 创建/覆盖文件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read_file — 读取文件内容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list_files — 列出工作区文件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move_file — 移动/重命名文件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delete_file — 删除文件（含realpath边界检查）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1188720"/>
            <a:ext cx="384048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88720"/>
            <a:ext cx="384048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371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功能二：安全Shell命令执行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83480" y="178308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命令 → 安全检查 → 执行/拦截 → 返回结果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正则匹配：20+ 条危险命令黑名单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分析：Python 脚本语法树检测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三级风险：safe / warning / dangerous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 级别直接拒绝执行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沙箱工作区隔离 + 30s超时 + 10MB输出截断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测试与验证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731520"/>
            <a:ext cx="109728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个测试套件 · 覆盖功能/异常/边界/安全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143000"/>
            <a:ext cx="1874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161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功能测试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463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7项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153619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全部通过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192024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文件CRUD · 系统信息 · 多轮对话 · 文件分类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74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88920" y="12161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异常测试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88920" y="1463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5项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57600" y="153619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全部通过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88920" y="192024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文件不存在 · 权限不足 · 网络断开 · 语法错误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09160" y="1143000"/>
            <a:ext cx="1874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46320" y="12161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边界测试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1463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4项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715000" y="153619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全部通过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46320" y="192024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3s超时控制 · 空文件 · 10MB截断 · 中文路径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766560" y="1143000"/>
            <a:ext cx="1874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903720" y="12161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安全测试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03720" y="1463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5项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772400" y="153619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全部拦截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903720" y="192024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-rf / · mkfs · curl|sh · dd · systemctl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94360" y="3108960"/>
            <a:ext cx="7955280" cy="169164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6868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 Bug 修复案例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68680" y="3566160"/>
            <a:ext cx="54864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3566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超时死循环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063240" y="3566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退避重试(2s→4s→8s) + 超时错误不污染对话历史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68680" y="3950208"/>
            <a:ext cx="54864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2" name="Text 30"/>
          <p:cNvSpPr/>
          <p:nvPr/>
        </p:nvSpPr>
        <p:spPr>
          <a:xfrm>
            <a:off x="1051560" y="3950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工作区路径不一致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063240" y="39502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ScriptExecutor 改用 __file__ 相对路径，替代 os.getcwd()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8680" y="4334256"/>
            <a:ext cx="54864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5" name="Text 33"/>
          <p:cNvSpPr/>
          <p:nvPr/>
        </p:nvSpPr>
        <p:spPr>
          <a:xfrm>
            <a:off x="1051560" y="43342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delete_file 路径穿越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063240" y="433425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os.path.realpath() + 前缀匹配，拦截 ../ 越界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开发过程与版本迭代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731520"/>
            <a:ext cx="109728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次 Git Commit · 从原型到完整 Agent 系统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25880"/>
            <a:ext cx="7955280" cy="3657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1417320" y="1207008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08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171907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Qwen对话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流式输出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017520" y="1207008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1508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06040" y="171907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核心模块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文件操作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17720" y="1207008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4206240" y="1508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06240" y="171907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LangChain重构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6个Tools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1207008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5806440" y="1508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171907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流式美化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终端输出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818120" y="1207008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406640" y="1508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06640" y="171907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Bug修复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测试完善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331720"/>
          <a:ext cx="79552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1148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完成内容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关键突破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v0.1.x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 大模型对话 + SSE 流式输出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DashScope API 适配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v0.2.x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核心模块：写文件/移动文件/执行文件 + 测试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模块化解耦设计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v0.3.x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 重构 + 6个Tools + SafetyChecker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+ Tool Calling 架构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v0.4.x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流式美化 + 错误重试退避 + Bug 修复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智能重试 + 路径一致性修复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94360" y="4251960"/>
            <a:ext cx="7955280" cy="548640"/>
          </a:xfrm>
          <a:prstGeom prst="rect">
            <a:avLst/>
          </a:prstGeom>
          <a:solidFill>
            <a:srgbClr val="F0FD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68680" y="4325112"/>
            <a:ext cx="7406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统计：16 commits  ·  30+ Python 文件  ·  约 2,255 行代码  ·  功能分支开发模式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小组分工与总结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731520"/>
            <a:ext cx="109728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第35组 · 各成员实际贡献明确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097280"/>
          <a:ext cx="50292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65176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负责内容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完成情况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杨  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核心模块开发 · LangChain框架集成 · 安全模块设计 · CLI终端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全部完成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何  亮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ChatModel实现 · DashScope API适配 · 流式输出模块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全部完成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吴俊宏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测试套件编写 · 异常/边界测试 · 自动化验证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全部完成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李明松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文档撰写 · 项目报告 · PPT制作 · 答辩准备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全部完成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897880" y="1097280"/>
            <a:ext cx="2651760" cy="1783080"/>
          </a:xfrm>
          <a:prstGeom prst="rect">
            <a:avLst/>
          </a:prstGeom>
          <a:solidFill>
            <a:srgbClr val="F0FD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08076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项目成果总结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080760" y="15087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个功能模块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个 LangChain 工具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条安全规则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套测试，25+用例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次 Git Commit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94360" y="3108960"/>
            <a:ext cx="7955280" cy="169164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32004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收获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68680" y="34564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Linux进程管理 · Shell脚本安全执行 · 正则表达式应用 · AST静态分析 · crontab自动化 · Git协作 · AI Agent开发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68680" y="38221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不足与改进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68680" y="407822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沙箱隔离可引入 Docker 容器化 · 安全规则可补充白名单机制 · 工具调用可支持并行执行 · 后续增加 Web 管理界面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9436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感谢聆听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AutoScript Agent 答辩演示</dc:title>
  <dc:subject>PptxGenJS Presentation</dc:subject>
  <dc:creator>第35组</dc:creator>
  <cp:lastModifiedBy>第35组</cp:lastModifiedBy>
  <cp:revision>1</cp:revision>
  <dcterms:created xsi:type="dcterms:W3CDTF">2026-06-06T12:31:38Z</dcterms:created>
  <dcterms:modified xsi:type="dcterms:W3CDTF">2026-06-06T12:31:38Z</dcterms:modified>
</cp:coreProperties>
</file>